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65376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98064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30752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6128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28816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94192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59568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92256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36576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EA5A0"/>
                </a:solidFill>
              </a:defRPr>
            </a:pPr>
            <a:r>
              <a:t>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DREAM VACATIONS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60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EA5A0"/>
                </a:solidFill>
              </a:defRPr>
            </a:pPr>
            <a:r>
              <a:t>DevOps Capstone Project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6590" y="3383280"/>
            <a:ext cx="3657600" cy="457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4A3B8"/>
                </a:solidFill>
              </a:defRPr>
            </a:pPr>
            <a:r>
              <a:t>Full-Stack Web App · AWS · Terraform · CI/CD · Docker · SSL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645920" cy="5029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React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2032" y="4663440"/>
            <a:ext cx="1645920" cy="5029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Node.js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4663440"/>
            <a:ext cx="1645920" cy="5029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663440"/>
            <a:ext cx="1645920" cy="5029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Docker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4663440"/>
            <a:ext cx="1645920" cy="5029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Terraform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4663440"/>
            <a:ext cx="1645920" cy="5029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Junior DevOps Engineer  ·  Cohort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F0F6FF"/>
          </a:solidFill>
          <a:ln>
            <a:solidFill>
              <a:srgbClr val="D1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A4A"/>
                </a:solidFill>
              </a:defRPr>
            </a:pPr>
            <a: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🎯   A travel destination booking web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⚙️   Containerized with Docker +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☁️   Deployed on AWS EC2 via Terraform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🔄   Automated CI/CD with GitHub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79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🔒   Secured with HTTPS + Let's Encrypt SSL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📦   Images hosted on Docker 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94960" cy="4937760"/>
          </a:xfrm>
          <a:prstGeom prst="round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A0"/>
                </a:solidFill>
              </a:defRPr>
            </a:pPr>
            <a:r>
              <a:t>Live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https://34.230.108.103.nip.io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743200"/>
            <a:ext cx="4846320" cy="36576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GitHub Repo: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OnoseVwoke/dream-vacations-capstone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Cloud: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566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AWS us-east-1 (N. Virginia)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SSL: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206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Let's Encrypt (auto-renews)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CI/CD: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846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GitHub Actions (9 workflows run)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864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Docker Hub: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5486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onosevwoke/dream-vacations-*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103120" cy="12801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Developer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Push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280160"/>
            <a:ext cx="2103120" cy="128016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GitHub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Source control</a:t>
            </a:r>
            <a:br/>
            <a:r>
              <a:t>+ Branch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280160"/>
            <a:ext cx="2103120" cy="12801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GitHub Actions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CI/CD Pipeline</a:t>
            </a:r>
            <a:br/>
            <a:r>
              <a:t>Test → Build →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280160"/>
            <a:ext cx="2103120" cy="1280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Docker Hub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Image registry</a:t>
            </a:r>
            <a:br/>
            <a:r>
              <a:t>backend + 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280160"/>
            <a:ext cx="2103120" cy="12801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 EC2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t3.micro</a:t>
            </a:r>
            <a:br/>
            <a:r>
              <a:t>us-east-1a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1277295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D1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A"/>
                </a:solidFill>
              </a:defRPr>
            </a:pPr>
            <a:r>
              <a:t>AWS EC2 Instance  —  Docker Compose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2468880" cy="22860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Nginx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br/>
            <a:r>
              <a:t>Reverse proxy</a:t>
            </a:r>
            <a:br/>
            <a:r>
              <a:t>SSL termination</a:t>
            </a:r>
            <a:br/>
            <a:r>
              <a:t>Port 80/443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474720"/>
            <a:ext cx="2468880" cy="228600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React Frontend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br/>
            <a:r>
              <a:t>Container</a:t>
            </a:r>
            <a:br/>
            <a:r>
              <a:t>Port 3000→80</a:t>
            </a:r>
            <a:br/>
            <a:r>
              <a:t>Built with npm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74720"/>
            <a:ext cx="2468880" cy="2286000"/>
          </a:xfrm>
          <a:prstGeom prst="round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Node.js Backend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br/>
            <a:r>
              <a:t>Container</a:t>
            </a:r>
            <a:br/>
            <a:r>
              <a:t>Port 5000</a:t>
            </a:r>
            <a:br/>
            <a:r>
              <a:t>Express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474720"/>
            <a:ext cx="2468880" cy="2286000"/>
          </a:xfrm>
          <a:prstGeom prst="round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PostgreSQL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br/>
            <a:r>
              <a:t>Container</a:t>
            </a:r>
            <a:br/>
            <a:r>
              <a:t>Port 5432</a:t>
            </a:r>
            <a:br/>
            <a:r>
              <a:t>Healthcheck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2190" y="6172200"/>
            <a:ext cx="5486400" cy="457200"/>
          </a:xfrm>
          <a:prstGeom prst="round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Route 53 DNS  →  34.230.108.103.nip.io  →  EC2 Elastic 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097280"/>
            <a:ext cx="3657600" cy="457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0515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React 18  ·  Axios  ·  Nginx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105156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Node.js 20  ·  Express  ·  pg  ·  dotenv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212080" cy="1051560"/>
          </a:xfrm>
          <a:prstGeom prst="round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PostgreSQL 15-alpine  ·  Docker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06040"/>
            <a:ext cx="5212080" cy="1051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Containers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Docker  ·  Docker Compose  ·  Multi-stage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105156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CI/CD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GitHub Actions  ·  Docker Hub  ·  SSH deploy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212080" cy="1051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Infrastructure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Terraform  ·  AWS VPC  ·  EC2  ·  Route 53  ·  S3  ·  DynamoDB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5212080" cy="105156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Security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Let's Encrypt SSL  ·  Certbot  ·  Non-root containers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74920"/>
            <a:ext cx="5212080" cy="105156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DNS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AWS Route 53  ·  nip.io wildcard  ·  Elastic 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A4A"/>
                </a:solidFill>
              </a:defRPr>
            </a:pPr>
            <a:r>
              <a:t>Continuous Integration (ci.yml) — Triggered on every Pull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01168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Checkout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645920"/>
            <a:ext cx="201168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Setup Node.js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201168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Install Dependencies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645920"/>
            <a:ext cx="201168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Run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45920"/>
            <a:ext cx="201168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Docker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A4A"/>
                </a:solidFill>
              </a:defRPr>
            </a:pPr>
            <a:r>
              <a:t>Continuous Deployment (cd.yml) — Triggered on merge to 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691640" cy="7315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Checkout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5728" y="3017520"/>
            <a:ext cx="1691640" cy="7315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Docker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3017520"/>
            <a:ext cx="1691640" cy="7315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Build 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3017520"/>
            <a:ext cx="1691640" cy="7315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Push to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3017520"/>
            <a:ext cx="1691640" cy="7315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SSH to EC2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3017520"/>
            <a:ext cx="1691640" cy="73152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Deploy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94415" cy="2286000"/>
          </a:xfrm>
          <a:prstGeom prst="roundRect">
            <a:avLst/>
          </a:prstGeom>
          <a:solidFill>
            <a:srgbClr val="F0F6FF"/>
          </a:solidFill>
          <a:ln>
            <a:solidFill>
              <a:srgbClr val="D1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A"/>
                </a:solidFill>
              </a:defRPr>
            </a:pPr>
            <a:r>
              <a:t>Key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✅  Branch protection enforced on main and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✅  PR required before merge — CI must pass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85816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✅  Docker images tagged with :latest and git SHA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6986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✅  Auto-deploy to EC2 on every merge to 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TERRAFORM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4415" cy="36576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23317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🌐  VPC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br/>
            <a:r>
              <a:t>CIDR 10.0.0.0/16</a:t>
            </a:r>
            <a:br/>
            <a:r>
              <a:t>Public subnet 10.0.1.0/24</a:t>
            </a:r>
            <a:br/>
            <a:r>
              <a:t>Internet Gateway + Route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20440" cy="23317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🖥️  EC2 Instance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br/>
            <a:r>
              <a:t>t3.micro (Free Tier)</a:t>
            </a:r>
            <a:br/>
            <a:r>
              <a:t>Ubuntu 24.04 LTS</a:t>
            </a:r>
            <a:br/>
            <a:r>
              <a:t>Key pair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234440"/>
            <a:ext cx="3520440" cy="23317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🛡️  Security Group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br/>
            <a:r>
              <a:t>Port 22 (SSH)</a:t>
            </a:r>
            <a:br/>
            <a:r>
              <a:t>Port 80 (HTTP)</a:t>
            </a:r>
            <a:br/>
            <a:r>
              <a:t>Port 443 (HTTPS)</a:t>
            </a:r>
            <a:br/>
            <a:r>
              <a:t>Port 5000 (API)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520440" cy="233172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📍  Elastic IP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br/>
            <a:r>
              <a:t>Static public IP</a:t>
            </a:r>
            <a:br/>
            <a:r>
              <a:t>Persists across</a:t>
            </a:r>
            <a:br/>
            <a:r>
              <a:t>instance restarts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3520440" cy="23317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🌍  Route 53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br/>
            <a:r>
              <a:t>Hosted zone</a:t>
            </a:r>
            <a:br/>
            <a:r>
              <a:t>A record → EC2 IP</a:t>
            </a:r>
            <a:br/>
            <a:r>
              <a:t>NS records for 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794760"/>
            <a:ext cx="3520440" cy="233172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💾  Remote State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br/>
            <a:r>
              <a:t>S3 bucket</a:t>
            </a:r>
            <a:br/>
            <a:r>
              <a:t>DynamoDB lock table</a:t>
            </a:r>
            <a:br/>
            <a:r>
              <a:t>Encrypted state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DEPLOYMENT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A"/>
                </a:solidFill>
              </a:defRPr>
            </a:pPr>
            <a:r>
              <a:t>Deployment Steps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Terraform provisions AWS infrastructure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41448"/>
            <a:ext cx="411480" cy="411480"/>
          </a:xfrm>
          <a:prstGeom prst="ellipse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EC2 boots with Docker pre-installed via user_data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99815"/>
            <a:ext cx="411480" cy="411480"/>
          </a:xfrm>
          <a:prstGeom prst="ellipse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54095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GitHub Actions SSHs into EC2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58184"/>
            <a:ext cx="411480" cy="411480"/>
          </a:xfrm>
          <a:prstGeom prst="ellipse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1246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git pull fetches latest code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16552"/>
            <a:ext cx="411480" cy="411480"/>
          </a:xfrm>
          <a:prstGeom prst="ellipse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70832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docker compose pull gets new images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074920"/>
            <a:ext cx="411480" cy="411480"/>
          </a:xfrm>
          <a:prstGeom prst="ellipse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docker compose up -d restarts stack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733288"/>
            <a:ext cx="411480" cy="411480"/>
          </a:xfrm>
          <a:prstGeom prst="ellipse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87568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docker image prune removes old layers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F0F6FF"/>
          </a:solidFill>
          <a:ln>
            <a:solidFill>
              <a:srgbClr val="D1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4A"/>
                </a:solidFill>
              </a:defRPr>
            </a:pPr>
            <a:r>
              <a:t>Security Measures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🔒   HTTPS with Let's Encrypt SSL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🤖   Auto-renewal via Certbot timer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175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👤   Non-root user in containers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🗝️   Secrets in GitHub Secrets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🚫   No plaintext credentials in repo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🛡️   .gitignore covers .env and *.pem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29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🔐   IAM user with least privilege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321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🌐   Security group limits port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190" y="1920240"/>
            <a:ext cx="5486400" cy="457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https://34.230.108.103.nip.io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2165" y="3118485"/>
            <a:ext cx="2468880" cy="246888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/>
            </a:pPr>
            <a:r>
              <a:t>🌍</a:t>
            </a:r>
          </a:p>
          <a:p>
            <a:pPr algn="ctr">
              <a:defRPr sz="1500" b="1">
                <a:solidFill>
                  <a:srgbClr val="0EA5A0"/>
                </a:solidFill>
              </a:defRPr>
            </a:pPr>
            <a:r>
              <a:t>Add Destination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br/>
            <a:r>
              <a:t>Search any country</a:t>
            </a:r>
            <a:br/>
            <a:r>
              <a:t>by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9685" y="3118485"/>
            <a:ext cx="2468880" cy="2468880"/>
          </a:xfrm>
          <a:prstGeom prst="round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/>
            </a:pPr>
            <a:r>
              <a:t>🔒</a:t>
            </a:r>
          </a:p>
          <a:p>
            <a:pPr algn="ctr">
              <a:defRPr sz="1500" b="1">
                <a:solidFill>
                  <a:srgbClr val="0EA5A0"/>
                </a:solidFill>
              </a:defRPr>
            </a:pPr>
            <a:r>
              <a:t>HTTPS Secured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br/>
            <a:r>
              <a:t>Valid SSL cert</a:t>
            </a:r>
            <a:br/>
            <a:r>
              <a:t>no browser warnings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GitHub: github.com/OnoseVwoke/dream-vacations-capstone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155448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Infrastructure as Code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Terraform enables reproducible, version-controlled AWS infrastructure. Every resource — VPC, EC2, Route 53 — is defined in code and can be rebuilt 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155448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CI/CD Best Practices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Branch protection + PR reviews enforce code quality. Automated pipelines eliminate manual deployment errors and ensure every merge to main triggers a tested deploy.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394960" cy="155448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Container Security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Multi-stage Docker builds reduce image size. Running as non-root inside containers is a simple but critical security hardening step often overlooked.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394960" cy="155448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6534"/>
                </a:solidFill>
              </a:defRPr>
            </a:pPr>
            <a:r>
              <a:t>Secret Management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Never commit credentials. GitHub Secrets, .gitignore, and IAM least-privilege together create a defense-in-depth approach to credential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5394960" cy="155448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DNS &amp; SSL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Route 53 + Let's Encrypt provides free, auto-renewing HTTPS. Nginx as a reverse proxy cleanly separates SSL termination from application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846320"/>
            <a:ext cx="5394960" cy="155448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F1239"/>
                </a:solidFill>
              </a:defRPr>
            </a:pPr>
            <a:r>
              <a:t>Debugging in Production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REACT_APP_API_URL must be set at build time, not runtime. Docker logs, docker inspect, and curl are essential tools for diagnosing container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65376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98064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30752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6128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28816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94192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59568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92256" y="0"/>
            <a:ext cx="9144" cy="6858000"/>
          </a:xfrm>
          <a:prstGeom prst="rect">
            <a:avLst/>
          </a:prstGeom>
          <a:solidFill>
            <a:srgbClr val="1A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0990" y="54864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0EA5A0"/>
                </a:solidFill>
              </a:defRPr>
            </a:pPr>
            <a:r>
              <a:t>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6590" y="2651760"/>
            <a:ext cx="3657600" cy="457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34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EA5A0"/>
                </a:solidFill>
              </a:defRPr>
            </a:pPr>
            <a:r>
              <a:t>Dream Vacations — DevOps Capstone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4A3B8"/>
                </a:solidFill>
              </a:defRPr>
            </a:pPr>
            <a:r>
              <a:t>🌐  Live App  —  https://34.230.108.103.nip.io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4A3B8"/>
                </a:solidFill>
              </a:defRPr>
            </a:pPr>
            <a:r>
              <a:t>💻  GitHub  —  github.com/OnoseVwoke/dream-vacations-capstone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4A3B8"/>
                </a:solidFill>
              </a:defRPr>
            </a:pPr>
            <a:r>
              <a:t>🐳  Docker Hub  —  hub.docker.com/u/onosevwoke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3C6B"/>
                </a:solidFill>
              </a:defRPr>
            </a:pPr>
            <a:r>
              <a:t>Junior DevOps Engineer  ·  Cohort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4578</Words>
  <Application>WPS Presentation</Application>
  <PresentationFormat>On-screen Show (4:3)</PresentationFormat>
  <Paragraphs>277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Onose Oghenevwoke</cp:lastModifiedBy>
  <cp:revision>2</cp:revision>
  <dcterms:created xsi:type="dcterms:W3CDTF">2013-01-27T09:14:00Z</dcterms:created>
  <dcterms:modified xsi:type="dcterms:W3CDTF">2026-08-24T12:24:05Z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DEA5168942AD4FCF9D5737EEF9B5A366_12</vt:lpwstr>
  </property>
  <property fmtid="{D5CDD505-2E9C-101B-9397-08002B2CF9AE}" pid="3" name="KSOProductBuildVer">
    <vt:lpwstr>2057-12.2.0.23206</vt:lpwstr>
  </property>
</Properties>
</file>